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2860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/home/claude/pptx_work/icon_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286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RoyaltyFlow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Royalty Distribution, Built on Stellar &amp; Soroban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Submission  —  User Onboarding, Feedback &amp; Growth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royalty-distribution-system.netlify.app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payments today are opaque, slow, and dispute-prone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4003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can't verify how splits are calculated or when payments actually go out.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ge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4003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37490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payouts routed by hand, taking weeks to months to settle.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412480" y="18288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3252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24003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&amp; Trust Gaps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86800" y="37490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live in contracts/spreadsheets — easy to contest, hard to audit.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5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puts royalty agreements on-chain — immutable, automated, auditable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x_work/icon_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408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30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Agreements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49631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"he said, she said" — terms are locked on-chain.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874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work/icon_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3408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30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Splits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249631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distribute instantly to every recipient, in basis points.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526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pptx_work/icon_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6725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622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82803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distribution is publicly verifiable on Stellar Expert.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5080" y="4526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ptx_work/icon_rock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467258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4622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Settlement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78040" y="482803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Stellar's ~5-second network finality.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5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frontend, service layer, and two Soroban smart contracts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mob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494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198424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Dashboard, Activity Feed, Analytics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337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work/icon_wall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4838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2186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21868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Freighter · xBull · Albedo (StellarWalletsKit)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343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57200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/home/claude/pptx_work/icon_lay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7183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531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663440" y="445312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RoyaltyRegistry + PaymentDistributor (Soroban, Rust)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5778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806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bo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9527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6875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Network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663440" y="568756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RPC · Testnet · 5s finality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5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Onboarding &amp; Feedback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we're bringing in real users and capturing structured feedback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Users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try RoyaltyFlow live on Netlify and connect a testnet wallet.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93BE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39312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3383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 captures wallet address, email, name, and a product rating.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71032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93BE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72784" y="19659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01384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Responses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01384" y="3383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submissions exported to Excel for structured analysis.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33104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93BE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34856" y="19659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63456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363456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&amp; Ship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63456" y="3383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themes feed directly into the next development sprint.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production-grade stack across contracts, frontend, and CI/CD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87452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+ Soroban SDK v22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7452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66760" y="187452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15, TypeScript, Tailwind 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060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60604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TanStack React Query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60604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60604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6060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260604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StellarWalletsKit (multi-wallet)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33756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3375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33375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Testnet, Soroban RPC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33756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33756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3375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33375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test harness, Vitest, RTL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6908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069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51760" y="406908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406908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406908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4069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66760" y="406908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(frontend), Stellar CLI (contracts)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ready for real users on Stellar testnet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858000" cy="4023360"/>
          </a:xfrm>
          <a:prstGeom prst="roundRect">
            <a:avLst>
              <a:gd name="adj" fmla="val 2727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6126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full product dashboard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activity feed with event streaming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 connect: Freighter, xBull, Albedo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royalty agreements + payment distribution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view of distributions &amp; recipient earnings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965960"/>
            <a:ext cx="3977640" cy="4023360"/>
          </a:xfrm>
          <a:prstGeom prst="roundRect">
            <a:avLst>
              <a:gd name="adj" fmla="val 2759"/>
            </a:avLst>
          </a:prstGeom>
          <a:solidFill>
            <a:srgbClr val="065A82"/>
          </a:solidFill>
          <a:ln/>
        </p:spPr>
      </p:sp>
      <p:pic>
        <p:nvPicPr>
          <p:cNvPr id="8" name="Image 0" descr="/home/claude/pptx_work/icon_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286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0100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3291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royalty-distribution-system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.netlify.app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01000" y="4663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github.com/prerana-techi/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Stellar-Royalty-Distribution-System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RoyaltyFlow based on collected user feedback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361188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launch, wallet onboarding, feedback form live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920240"/>
            <a:ext cx="361188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fixes from user feedback: UX clarity, mobile polish, error states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192024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920240"/>
            <a:ext cx="3611880" cy="10972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0" y="27432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deployment, multi-token support, recipient notifications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8F1F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in this roadmap is traced back to a specific piece of user feedback — logged in the exported feedback sheet and linked to its implementing commit.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/home/claude/pptx_work/icon_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8288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— Built with Stellar &amp; Soroban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royalty-distribution-system.netlify.app   •   github.com/prerana-techi/Stellar-Royalty-Distribution-System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2026-07-28T10:52:18Z</dcterms:created>
  <dcterms:modified xsi:type="dcterms:W3CDTF">2026-07-28T10:52:18Z</dcterms:modified>
</cp:coreProperties>
</file>