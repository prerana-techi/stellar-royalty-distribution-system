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286000"/>
            <a:ext cx="6400800" cy="6400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4572000" cy="45720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pic>
        <p:nvPicPr>
          <p:cNvPr id="4" name="Image 0" descr="/home/claude/pptx_work/icon_lin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22860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RoyaltyFlow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32918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Royalty Distribution, Built on Stellar &amp; Soroban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48640" y="5669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Submission  —  User Onboarding, Feedback &amp; Growth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6080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royalty-distribution-system.netlify.app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Royalty payments today are opaque, slow, and dispute-prone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38404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9456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pptx_work/icon_ey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24003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246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Transparency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374904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can't verify how splits are calculated or when payments actually go out.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80560" y="1828800"/>
            <a:ext cx="3611880" cy="38404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00600" y="219456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pptx_work/icon_gea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340" y="240030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3246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Processing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754880" y="374904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Royalty payouts routed by hand, taking weeks to months to settle.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412480" y="1828800"/>
            <a:ext cx="3611880" cy="38404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732520" y="219456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pptx_work/icon_handshak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8260" y="240030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86800" y="3246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Disputes &amp; Trust Gaps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686800" y="374904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Agreements live in contracts/spreadsheets — easy to contest, hard to audit.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RoyaltyFlow  •  Stellar Journey Level 4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RoyaltyFlow puts royalty agreements on-chain — immutable, automated, auditable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1B2B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945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pptx_work/icon_che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34086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3055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Agreements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45920" y="2496312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"he said, she said" — terms are locked on-chain.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080760" y="187452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1B2B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55080" y="21945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pptx_work/icon_bol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384" y="234086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213055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Splits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178040" y="2496312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distribute instantly to every recipient, in basis points.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20624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1B2B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45262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/home/claude/pptx_work/icon_char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467258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46227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45920" y="4828032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distribution is publicly verifiable on Stellar Expert.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080760" y="420624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1B2B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355080" y="45262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pptx_work/icon_rocke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1384" y="4672584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446227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 Settlement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178040" y="4828032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Stellar's ~5-second network finality.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RoyaltyFlow  •  Stellar Journey Level 4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frontend, service layer, and two Soroban smart contracts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pptx_work/icon_mobil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24942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8424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663440" y="1984248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· Dashboard, Activity Feed, Analytics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10896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33375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pptx_work/icon_walle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348386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45920" y="321868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63440" y="3218688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Freighter · xBull · Albedo (StellarWalletsKit)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434340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572000"/>
            <a:ext cx="594360" cy="59436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6" name="Image 2" descr="/home/claude/pptx_work/icon_layer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471830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45312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663440" y="4453128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RoyaltyRegistry + PaymentDistributor (Soroban, Rust)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557784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580644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/home/claude/pptx_work/icon_bol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595274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45920" y="568756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Stellar Network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4663440" y="5687568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Soroban RPC · Testnet · 5s finality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RoyaltyFlow  •  Stellar Journey Level 4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Onboarding &amp; Feedback Loop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we're bringing in real users and capturing structured feedback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3749040"/>
          </a:xfrm>
          <a:prstGeom prst="roundRect">
            <a:avLst>
              <a:gd name="adj" fmla="val 4211"/>
            </a:avLst>
          </a:prstGeom>
          <a:solidFill>
            <a:srgbClr val="1B2B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945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7C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8803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Users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38328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try RoyaltyFlow live on Netlify and connect a testnet wallet.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08960" y="3566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93BE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410712" y="1965960"/>
            <a:ext cx="2606040" cy="3749040"/>
          </a:xfrm>
          <a:prstGeom prst="roundRect">
            <a:avLst>
              <a:gd name="adj" fmla="val 4211"/>
            </a:avLst>
          </a:prstGeom>
          <a:solidFill>
            <a:srgbClr val="1B2B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39312" y="21945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7C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639312" y="28803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Feedback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39312" y="338328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Form captures wallet address, email, name, and a product rating.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71032" y="3566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93BE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272784" y="1965960"/>
            <a:ext cx="2606040" cy="3749040"/>
          </a:xfrm>
          <a:prstGeom prst="roundRect">
            <a:avLst>
              <a:gd name="adj" fmla="val 4211"/>
            </a:avLst>
          </a:prstGeom>
          <a:solidFill>
            <a:srgbClr val="1B2B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01384" y="21945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7C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501384" y="28803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Responses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01384" y="338328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submissions exported to Excel for structured analysis.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833104" y="3566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93BE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134856" y="1965960"/>
            <a:ext cx="2606040" cy="3749040"/>
          </a:xfrm>
          <a:prstGeom prst="roundRect">
            <a:avLst>
              <a:gd name="adj" fmla="val 4211"/>
            </a:avLst>
          </a:prstGeom>
          <a:solidFill>
            <a:srgbClr val="1B2B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63456" y="21945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7C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9363456" y="28803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&amp; Ship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363456" y="338328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themes feed directly into the next development sprint.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RoyaltyFlow  •  Stellar Journey Level 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modern, production-grade stack across contracts, frontend, and CI/CD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406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74520"/>
            <a:ext cx="73152" cy="62179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452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51760" y="1874520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+ Soroban SDK v22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874520"/>
            <a:ext cx="54406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1874520"/>
            <a:ext cx="73152" cy="62179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87452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66760" y="1874520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15, TypeScript, Tailwind CSS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54406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606040"/>
            <a:ext cx="73152" cy="62179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60604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51760" y="2606040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+ TanStack React Query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2606040"/>
            <a:ext cx="54406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2606040"/>
            <a:ext cx="73152" cy="62179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260604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66760" y="2606040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StellarWalletsKit (multi-wallet)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337560"/>
            <a:ext cx="54406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337560"/>
            <a:ext cx="73152" cy="62179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33756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651760" y="3337560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Stellar Testnet, Soroban RPC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63640" y="3337560"/>
            <a:ext cx="54406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63640" y="3337560"/>
            <a:ext cx="73152" cy="62179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333756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66760" y="3337560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Soroban test harness, Vitest, RTL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069080"/>
            <a:ext cx="54406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4069080"/>
            <a:ext cx="73152" cy="62179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406908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651760" y="4069080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63640" y="4069080"/>
            <a:ext cx="54406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63640" y="4069080"/>
            <a:ext cx="73152" cy="62179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4" name="Text 32"/>
          <p:cNvSpPr/>
          <p:nvPr/>
        </p:nvSpPr>
        <p:spPr>
          <a:xfrm>
            <a:off x="6492240" y="406908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366760" y="4069080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 (frontend), Stellar CLI (contracts)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RoyaltyFlow  •  Stellar Journey Level 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Product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and ready for real users on Stellar testnet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6858000" cy="4023360"/>
          </a:xfrm>
          <a:prstGeom prst="roundRect">
            <a:avLst>
              <a:gd name="adj" fmla="val 2727"/>
            </a:avLst>
          </a:prstGeom>
          <a:solidFill>
            <a:srgbClr val="1B2B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4028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Live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61264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D8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+ full product dashboard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D8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activity feed with event streaming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D8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Multi-wallet connect: Freighter, xBull, Albedo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D8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Testnet royalty agreements + payment distribution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D8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view of distributions &amp; recipient earnings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635240" y="1965960"/>
            <a:ext cx="3977640" cy="4023360"/>
          </a:xfrm>
          <a:prstGeom prst="roundRect">
            <a:avLst>
              <a:gd name="adj" fmla="val 2759"/>
            </a:avLst>
          </a:prstGeom>
          <a:solidFill>
            <a:srgbClr val="065A82"/>
          </a:solidFill>
          <a:ln/>
        </p:spPr>
      </p:sp>
      <p:pic>
        <p:nvPicPr>
          <p:cNvPr id="8" name="Image 0" descr="/home/claude/pptx_work/icon_lin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228600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01000" y="2880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live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001000" y="32918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royalty-distribution-system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.netlify.app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001000" y="4297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001000" y="4663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github.com/prerana-techi/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Stellar-Royalty-Distribution-System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RoyaltyFlow  •  Stellar Journey Level 4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Roadmap: What's Next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Evolving RoyaltyFlow based on collected user feedback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61188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920240"/>
            <a:ext cx="3611880" cy="1097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945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Testnet launch, wallet onboarding, feedback form live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80560" y="1920240"/>
            <a:ext cx="361188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80560" y="1920240"/>
            <a:ext cx="3611880" cy="1097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21945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54880" y="274320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fixes from user feedback: UX clarity, mobile polish, error states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412480" y="1920240"/>
            <a:ext cx="361188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12480" y="1920240"/>
            <a:ext cx="3611880" cy="109728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0" y="21945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686800" y="274320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Mainnet deployment, multi-token support, recipient notifications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44068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8F1F6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54406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improvement in this roadmap is traced back to a specific piece of user feedback — logged in the exported feedback sheet and linked to its implementing commit.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RoyaltyFlow  •  Stellar Journey Level 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3657600"/>
            <a:ext cx="5486400" cy="54864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pic>
        <p:nvPicPr>
          <p:cNvPr id="4" name="Image 0" descr="/home/claude/pptx_work/icon_lin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82880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65176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35204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RoyaltyFlow — Built with Stellar &amp; Soroban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57200" y="42062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royalty-distribution-system.netlify.app   •   github.com/prerana-techi/Stellar-Royalty-Distribution-System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2026-07-28T10:52:18Z</dcterms:created>
  <dcterms:modified xsi:type="dcterms:W3CDTF">2026-07-28T10:52:18Z</dcterms:modified>
</cp:coreProperties>
</file>